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E2042-9635-AD96-BC20-3EB63DBF0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DA71D-7F51-C8AC-1A7F-7730D4B59D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627FA-3E99-CAA7-5744-940C5FCC7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46AA-D6DA-4CA4-8297-EAFC65485042}" type="datetimeFigureOut">
              <a:rPr lang="pl-PL" smtClean="0"/>
              <a:t>31.07.2025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F5A99-C221-89DF-6B18-240C62992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9939A-65CD-726A-1446-65E92FFF1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F56A-402C-4161-A5B1-4FE20990915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58188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E9080-7367-EA26-8D32-385235B18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4EE6F-A64B-B092-7379-E16D9B4A7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FD765-0EE8-AAF5-1DD2-FF1C0EA72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46AA-D6DA-4CA4-8297-EAFC65485042}" type="datetimeFigureOut">
              <a:rPr lang="pl-PL" smtClean="0"/>
              <a:t>31.07.2025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0F5EF-55EC-454B-B3CB-47BA0668B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FEDBD-9E92-4587-966C-57290E9E3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F56A-402C-4161-A5B1-4FE20990915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98654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8792A-F6EB-0DBF-82C7-9A1A07F39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0837C-D4C8-D273-7637-3A355A177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9FBDA-5425-F82F-20EA-7BDBE4778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46AA-D6DA-4CA4-8297-EAFC65485042}" type="datetimeFigureOut">
              <a:rPr lang="pl-PL" smtClean="0"/>
              <a:t>31.07.2025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56D26-39FB-4572-37BD-23327EF89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F57B7-A0C5-A433-B4E5-49006E8F0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F56A-402C-4161-A5B1-4FE20990915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16692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F103F-8DD6-5E3A-15CC-0AB55D394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9A7EB-F191-520F-F148-63ACD7A94C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C440E8-6FA7-AC3E-34A9-1352D1C3A0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566D3-DA26-9FF0-7331-CE0B43ED9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46AA-D6DA-4CA4-8297-EAFC65485042}" type="datetimeFigureOut">
              <a:rPr lang="pl-PL" smtClean="0"/>
              <a:t>31.07.2025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4237A-E12B-534F-E8CA-146C9D623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2B3E4-2804-0F66-B1F9-E2C44416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F56A-402C-4161-A5B1-4FE20990915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56083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62CE9-DA74-285E-A7C0-071F8A463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55BFB-498E-8DAC-94F8-F21C059F0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A6E66-8493-3A46-53E6-E69FB39CD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1CE751-F182-B843-87BE-D03AB6E616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F2587C-36A1-CA01-FE04-908EB6BF45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0DE2D8-4E9B-0BF2-81FE-0FAC87750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46AA-D6DA-4CA4-8297-EAFC65485042}" type="datetimeFigureOut">
              <a:rPr lang="pl-PL" smtClean="0"/>
              <a:t>31.07.2025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006739-E402-3C3B-4FE3-AFB96E351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1A7CBB-91E3-5C6B-C3BA-988A335CB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F56A-402C-4161-A5B1-4FE20990915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35324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00A4B-FA18-E89F-D958-8A74D4A68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D67455-FCC0-C5C4-ED64-0E7DF3F29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46AA-D6DA-4CA4-8297-EAFC65485042}" type="datetimeFigureOut">
              <a:rPr lang="pl-PL" smtClean="0"/>
              <a:t>31.07.2025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CB6E85-E45C-6A95-4552-BAF73C0C1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9D8DF-7AA7-2951-4C3C-31757F98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F56A-402C-4161-A5B1-4FE20990915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55358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C22D70-E77B-379D-2FA2-22F78F209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46AA-D6DA-4CA4-8297-EAFC65485042}" type="datetimeFigureOut">
              <a:rPr lang="pl-PL" smtClean="0"/>
              <a:t>31.07.2025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9ECB07-BEEA-ECAE-7595-8C76DD2F6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377B2-4807-D98F-4BB3-81084D774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F56A-402C-4161-A5B1-4FE20990915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41323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8F23D-8D50-BEF9-F37E-0E451732E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E7E7-1134-1615-992D-8C60AC1C2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9D188E-EEC5-AC05-67D6-A12F2B66F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9BCBC-35AC-0180-FA7A-962B17C7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46AA-D6DA-4CA4-8297-EAFC65485042}" type="datetimeFigureOut">
              <a:rPr lang="pl-PL" smtClean="0"/>
              <a:t>31.07.2025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63ADB-4C4C-96B4-BEB4-D64FE0917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39458-4E21-CDC0-61A0-8EAB65BDC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F56A-402C-4161-A5B1-4FE20990915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46869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B74A-4123-7453-9874-DBD9A216A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65528A-9984-B4DF-9CCA-36ABDE665E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B430F1-0845-46E3-6B41-EEB3AC983C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0023E3-95A9-CE03-1E13-061920660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46AA-D6DA-4CA4-8297-EAFC65485042}" type="datetimeFigureOut">
              <a:rPr lang="pl-PL" smtClean="0"/>
              <a:t>31.07.2025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8F474-30A2-5D7F-D966-31AD3CE2F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2A9CD-E172-D190-89F5-DF83C1AB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F56A-402C-4161-A5B1-4FE20990915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5084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2F39E-B74C-029D-D95F-378803592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D65C84-D48C-CE99-F842-31B6111DF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8AF57-63A3-5340-7EBC-3B05FD589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46AA-D6DA-4CA4-8297-EAFC65485042}" type="datetimeFigureOut">
              <a:rPr lang="pl-PL" smtClean="0"/>
              <a:t>31.07.2025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E5B77-BB91-671D-591E-267269F6F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CA680-7DC8-5CFF-96F8-620591B75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F56A-402C-4161-A5B1-4FE20990915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70568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1B6216-96BD-8909-9BE2-CF6D70F930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6EBFF5-CCEE-044E-318E-C28D7EE0A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C0A11-3FFF-78CB-9A62-A76CB1E25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46AA-D6DA-4CA4-8297-EAFC65485042}" type="datetimeFigureOut">
              <a:rPr lang="pl-PL" smtClean="0"/>
              <a:t>31.07.2025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FCDB7-36B4-B107-CB16-ABE8A8E1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35F7D-3DA3-6F01-7FC0-E893E204D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F56A-402C-4161-A5B1-4FE20990915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37523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648581-C7CB-DFAB-4729-416E418B4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86661-2AD0-264D-69B4-CD4D31852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8CDF1-1A38-3B76-07CA-09C6EC3DB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BE46AA-D6DA-4CA4-8297-EAFC65485042}" type="datetimeFigureOut">
              <a:rPr lang="pl-PL" smtClean="0"/>
              <a:t>31.07.2025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EFD34-D060-EB17-197A-14557F254D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F1F95-582C-2F19-3FBF-6DD63B0CC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08F56A-402C-4161-A5B1-4FE20990915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18109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4CCC1-8A77-0C24-1364-661193A42A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Bank </a:t>
            </a:r>
            <a:r>
              <a:rPr lang="pl-PL" dirty="0" err="1"/>
              <a:t>project</a:t>
            </a:r>
            <a:endParaRPr lang="pl-P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E09F7C-58D0-FAAC-931C-628C222816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97220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B555A-D84D-6300-0D85-1CFD7FEC7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7221"/>
          </a:xfrm>
        </p:spPr>
        <p:txBody>
          <a:bodyPr>
            <a:normAutofit fontScale="90000"/>
          </a:bodyPr>
          <a:lstStyle/>
          <a:p>
            <a:r>
              <a:rPr lang="pl-PL" dirty="0" err="1"/>
              <a:t>Schema</a:t>
            </a:r>
            <a:endParaRPr lang="pl-P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B5EC8-BA79-E706-12C7-693C16960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6454"/>
            <a:ext cx="10515600" cy="5170509"/>
          </a:xfrm>
        </p:spPr>
        <p:txBody>
          <a:bodyPr/>
          <a:lstStyle/>
          <a:p>
            <a:r>
              <a:rPr lang="pl-PL" dirty="0" err="1"/>
              <a:t>Phase</a:t>
            </a:r>
            <a:r>
              <a:rPr lang="pl-PL" dirty="0"/>
              <a:t> 0 – </a:t>
            </a:r>
            <a:r>
              <a:rPr lang="pl-PL" dirty="0" err="1"/>
              <a:t>Balance</a:t>
            </a:r>
            <a:r>
              <a:rPr lang="pl-PL" dirty="0"/>
              <a:t> </a:t>
            </a:r>
            <a:r>
              <a:rPr lang="pl-PL" dirty="0" err="1"/>
              <a:t>Sheet</a:t>
            </a:r>
            <a:r>
              <a:rPr lang="pl-PL" dirty="0"/>
              <a:t> </a:t>
            </a:r>
            <a:r>
              <a:rPr lang="pl-PL" dirty="0" err="1"/>
              <a:t>generation</a:t>
            </a:r>
            <a:endParaRPr lang="pl-PL" dirty="0"/>
          </a:p>
          <a:p>
            <a:r>
              <a:rPr lang="pl-PL" dirty="0" err="1"/>
              <a:t>Phase</a:t>
            </a:r>
            <a:r>
              <a:rPr lang="pl-PL" dirty="0"/>
              <a:t> 1 – Hedge </a:t>
            </a:r>
            <a:r>
              <a:rPr lang="pl-PL" dirty="0" err="1"/>
              <a:t>main</a:t>
            </a:r>
            <a:r>
              <a:rPr lang="pl-PL" dirty="0"/>
              <a:t> IRRBB </a:t>
            </a:r>
            <a:r>
              <a:rPr lang="pl-PL" dirty="0" err="1"/>
              <a:t>Risk</a:t>
            </a:r>
            <a:r>
              <a:rPr lang="pl-PL" dirty="0"/>
              <a:t> (</a:t>
            </a:r>
            <a:r>
              <a:rPr lang="pl-PL" dirty="0" err="1"/>
              <a:t>generating</a:t>
            </a:r>
            <a:r>
              <a:rPr lang="pl-PL" dirty="0"/>
              <a:t> IRS </a:t>
            </a:r>
            <a:r>
              <a:rPr lang="pl-PL" dirty="0" err="1"/>
              <a:t>transaction</a:t>
            </a:r>
            <a:r>
              <a:rPr lang="pl-PL" dirty="0"/>
              <a:t> </a:t>
            </a:r>
            <a:r>
              <a:rPr lang="pl-PL" dirty="0" err="1"/>
              <a:t>after</a:t>
            </a:r>
            <a:r>
              <a:rPr lang="pl-PL" dirty="0"/>
              <a:t> </a:t>
            </a:r>
            <a:r>
              <a:rPr lang="pl-PL" dirty="0" err="1"/>
              <a:t>simple</a:t>
            </a:r>
            <a:r>
              <a:rPr lang="pl-PL" dirty="0"/>
              <a:t> IR gap </a:t>
            </a:r>
            <a:r>
              <a:rPr lang="pl-PL" dirty="0" err="1"/>
              <a:t>measure</a:t>
            </a:r>
            <a:r>
              <a:rPr lang="pl-PL" dirty="0"/>
              <a:t> </a:t>
            </a:r>
            <a:r>
              <a:rPr lang="pl-PL" dirty="0" err="1"/>
              <a:t>calculation</a:t>
            </a:r>
            <a:r>
              <a:rPr lang="pl-PL" dirty="0"/>
              <a:t>)</a:t>
            </a:r>
          </a:p>
          <a:p>
            <a:r>
              <a:rPr lang="pl-PL" dirty="0" err="1"/>
              <a:t>Phase</a:t>
            </a:r>
            <a:r>
              <a:rPr lang="pl-PL" dirty="0"/>
              <a:t> 2 – </a:t>
            </a:r>
            <a:r>
              <a:rPr lang="pl-PL" dirty="0" err="1"/>
              <a:t>Build</a:t>
            </a:r>
            <a:r>
              <a:rPr lang="pl-PL" dirty="0"/>
              <a:t> </a:t>
            </a:r>
            <a:r>
              <a:rPr lang="pl-PL" dirty="0" err="1"/>
              <a:t>liquidity</a:t>
            </a:r>
            <a:r>
              <a:rPr lang="pl-PL" dirty="0"/>
              <a:t> and </a:t>
            </a:r>
            <a:r>
              <a:rPr lang="pl-PL" dirty="0" err="1"/>
              <a:t>ineterst</a:t>
            </a:r>
            <a:r>
              <a:rPr lang="pl-PL" dirty="0"/>
              <a:t> </a:t>
            </a:r>
            <a:r>
              <a:rPr lang="pl-PL" dirty="0" err="1"/>
              <a:t>rate</a:t>
            </a:r>
            <a:r>
              <a:rPr lang="pl-PL" dirty="0"/>
              <a:t> </a:t>
            </a:r>
            <a:r>
              <a:rPr lang="pl-PL" dirty="0" err="1"/>
              <a:t>clculation</a:t>
            </a:r>
            <a:r>
              <a:rPr lang="pl-PL" dirty="0"/>
              <a:t> </a:t>
            </a:r>
            <a:r>
              <a:rPr lang="pl-PL" dirty="0" err="1"/>
              <a:t>methods</a:t>
            </a:r>
            <a:endParaRPr lang="pl-PL" dirty="0"/>
          </a:p>
          <a:p>
            <a:r>
              <a:rPr lang="pl-PL" dirty="0" err="1"/>
              <a:t>Phase</a:t>
            </a:r>
            <a:r>
              <a:rPr lang="pl-PL" dirty="0"/>
              <a:t> 3 – </a:t>
            </a:r>
            <a:r>
              <a:rPr lang="pl-PL" dirty="0" err="1"/>
              <a:t>Building</a:t>
            </a:r>
            <a:r>
              <a:rPr lang="pl-PL" dirty="0"/>
              <a:t> </a:t>
            </a:r>
            <a:r>
              <a:rPr lang="pl-PL" dirty="0" err="1"/>
              <a:t>balance</a:t>
            </a:r>
            <a:r>
              <a:rPr lang="pl-PL" dirty="0"/>
              <a:t> </a:t>
            </a:r>
            <a:r>
              <a:rPr lang="pl-PL" dirty="0" err="1"/>
              <a:t>sheet</a:t>
            </a:r>
            <a:r>
              <a:rPr lang="pl-PL" dirty="0"/>
              <a:t> </a:t>
            </a:r>
            <a:r>
              <a:rPr lang="pl-PL" dirty="0" err="1"/>
              <a:t>optimization</a:t>
            </a:r>
            <a:r>
              <a:rPr lang="pl-PL" dirty="0"/>
              <a:t> </a:t>
            </a:r>
            <a:r>
              <a:rPr lang="pl-PL" dirty="0" err="1"/>
              <a:t>infrastructure</a:t>
            </a:r>
            <a:r>
              <a:rPr lang="pl-PL" dirty="0"/>
              <a:t> (</a:t>
            </a:r>
            <a:r>
              <a:rPr lang="pl-PL" dirty="0" err="1"/>
              <a:t>actual</a:t>
            </a:r>
            <a:r>
              <a:rPr lang="pl-PL" dirty="0"/>
              <a:t> with </a:t>
            </a:r>
            <a:r>
              <a:rPr lang="pl-PL" dirty="0" err="1"/>
              <a:t>constant</a:t>
            </a:r>
            <a:r>
              <a:rPr lang="pl-PL" dirty="0"/>
              <a:t> </a:t>
            </a:r>
            <a:r>
              <a:rPr lang="pl-PL" dirty="0" err="1"/>
              <a:t>bs</a:t>
            </a:r>
            <a:r>
              <a:rPr lang="pl-PL" dirty="0"/>
              <a:t> and with </a:t>
            </a:r>
            <a:r>
              <a:rPr lang="pl-PL" dirty="0" err="1"/>
              <a:t>budgeting</a:t>
            </a:r>
            <a:r>
              <a:rPr lang="pl-PL" dirty="0"/>
              <a:t> </a:t>
            </a:r>
            <a:r>
              <a:rPr lang="pl-PL" dirty="0" err="1"/>
              <a:t>forecasting</a:t>
            </a:r>
            <a:r>
              <a:rPr lang="pl-PL" dirty="0"/>
              <a:t>)</a:t>
            </a:r>
          </a:p>
          <a:p>
            <a:r>
              <a:rPr lang="pl-PL" dirty="0" err="1"/>
              <a:t>Phase</a:t>
            </a:r>
            <a:r>
              <a:rPr lang="pl-PL" dirty="0"/>
              <a:t> 4 – </a:t>
            </a:r>
            <a:r>
              <a:rPr lang="pl-PL" dirty="0" err="1"/>
              <a:t>generate</a:t>
            </a:r>
            <a:r>
              <a:rPr lang="pl-PL" dirty="0"/>
              <a:t> </a:t>
            </a:r>
            <a:r>
              <a:rPr lang="pl-PL" dirty="0" err="1"/>
              <a:t>reports</a:t>
            </a:r>
            <a:r>
              <a:rPr lang="pl-PL" dirty="0"/>
              <a:t> for </a:t>
            </a:r>
            <a:r>
              <a:rPr lang="pl-PL" dirty="0" err="1"/>
              <a:t>changes</a:t>
            </a:r>
            <a:r>
              <a:rPr lang="pl-PL" dirty="0"/>
              <a:t> in </a:t>
            </a:r>
            <a:r>
              <a:rPr lang="pl-PL" dirty="0" err="1"/>
              <a:t>bs</a:t>
            </a:r>
            <a:r>
              <a:rPr lang="pl-PL" dirty="0"/>
              <a:t> </a:t>
            </a:r>
            <a:r>
              <a:rPr lang="pl-PL" dirty="0" err="1"/>
              <a:t>structure</a:t>
            </a:r>
            <a:r>
              <a:rPr lang="pl-PL" dirty="0"/>
              <a:t>  </a:t>
            </a:r>
            <a:r>
              <a:rPr lang="pl-PL" dirty="0" err="1"/>
              <a:t>recomendations</a:t>
            </a:r>
            <a:r>
              <a:rPr lang="pl-PL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389126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66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Bank project</vt:lpstr>
      <vt:lpstr>Schema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Maciej Dzimira</dc:creator>
  <cp:lastModifiedBy>Maciej Dzimira</cp:lastModifiedBy>
  <cp:revision>1</cp:revision>
  <dcterms:created xsi:type="dcterms:W3CDTF">2025-07-31T10:48:47Z</dcterms:created>
  <dcterms:modified xsi:type="dcterms:W3CDTF">2025-07-31T10:56:25Z</dcterms:modified>
</cp:coreProperties>
</file>